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That's where I learned about Utah Water Savers: the state will pay you up to three dollars a</a:t>
            </a:r>
          </a:p>
          <a:p>
            <a:r>
              <a:t>square foot to replace your grass. We booked our own yard consult for November. But my first</a:t>
            </a:r>
          </a:p>
          <a:p>
            <a:r>
              <a:t>question was: how much lawn do I have, and what does it 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  <a:p>
            <a:r>
              <a:t>But nobody knows, lot by lot, how much lawn there is or what it really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[1:10–3:00]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If we got a shape wrong, tap it. That correction trains the model. (Tap one, then</a:t>
            </a:r>
          </a:p>
          <a:p>
            <a:r>
              <a:t>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[3:00–3:10]</a:t>
            </a:r>
          </a:p>
          <a:p>
            <a:r>
              <a:t>It's live: twelve thousand eight hundred lots precomputed, any address in all 29 counties</a:t>
            </a:r>
          </a:p>
          <a:p>
            <a:r>
              <a:t>measured on demand, and it tracks the state's own Greenspace model lot by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How it works, in three steps. Find the grass: aerial photos of the whole state, with infrared so</a:t>
            </a:r>
          </a:p>
          <a:p>
            <a:r>
              <a:t>living plants glow, minus the trees from laser-scanned tree heights, minus the roofs, right in</a:t>
            </a:r>
          </a:p>
          <a:p>
            <a:r>
              <a:t>your browser. Know what it needs: each county's weather tells us how much water grass loses, and</a:t>
            </a:r>
          </a:p>
          <a:p>
            <a:r>
              <a:t>we turn that into days and minutes, checked against the state's weekly guide. Run the</a:t>
            </a:r>
          </a:p>
          <a:p>
            <a:r>
              <a:t>sprinklers: a calendar, or the controller itself, which switches off when the state says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[3:45–4:15]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[4:15–4:40]</a:t>
            </a:r>
          </a:p>
          <a:p>
            <a:r>
              <a:t>Two customers. Cities, districts and the state already pay for rebate outreach; we show them</a:t>
            </a:r>
          </a:p>
          <a:p>
            <a:r>
              <a:t>every lot's lawn and need, so that money goes where the savings are. With drone scans, they</a:t>
            </a:r>
          </a:p>
          <a:p>
            <a:r>
              <a:t>could spot overwatering from the air, before a bill ever shows it. Homeowners get their lawn,</a:t>
            </a:r>
          </a:p>
          <a:p>
            <a:r>
              <a:t>their rebate, and a schedule that runs itself, down to each sprinkler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[4:40–5:00]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WHAT I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Utah pays you to replace your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Utah Water Savers: $1.50–$3 per square foot.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Live, statewide, and checked against the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12,791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lots precomputed in six Salt Lake City and Sandy neighborhoods: 319 acres of lawn.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 counties searchable. Any other address is measured live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r = 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per-lot agreement with the state's Greenspace model (3,104 lots, median ratio 0.97).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Built on real data: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USDA aerial imagery, county parcels, Meta tree heights, gridMET weather, Utah Water Savers rebates, the state's weekly watering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Greenspace comparison: Utah DWRe Greenspace 2024 (NDVI ≥ 0.15) vs. our lawn + tree canopy for ZIP 84102: 189.2 vs 170.2 acres. Data shared by Jack Hinzman, Senior GIS Analyst, DWRe. Method: RESULTS.md, Run 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HARD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From an aerial photo to your sprinkler.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Find the grass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64622" y="2404872"/>
            <a:ext cx="2071355" cy="20025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low-2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630" y="2468880"/>
            <a:ext cx="1943339" cy="18745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Aerial photos with infrared, so living plants glow.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Laser-scanned tree heights and building outlines pull out trees and roofs.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USDA NAIP 2024 (60 cm, 4-band) · NDVI · Meta LiDAR canopy heights · runs in your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772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2C9A4B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Know what it needs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9431" y="2808043"/>
            <a:ext cx="3008376" cy="11961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4-schedu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872051"/>
            <a:ext cx="2880360" cy="10681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1772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Each county's weather: how much water grass loses each day.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Turned into days and minutes, checked against the state's weekly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gridMET reference ET · FAO-56 turf coefficient · Utah Weekly Lawn Watering Guide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2104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E5533F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Run the sprinklers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2404872"/>
            <a:ext cx="2546751" cy="20025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06-os-july-full-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468880"/>
            <a:ext cx="2418735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A calendar, or the controller itself: off when the state says skip.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Your corrections train our model. Claude reads bills to check results.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Open schedule API · OpenSprinkler, Rachio and Home Assistant connectors · Claude reads bills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Two customers: the state and the homeowner.</a:t>
            </a:r>
          </a:p>
        </p:txBody>
      </p:sp>
      <p:pic>
        <p:nvPicPr>
          <p:cNvPr id="4" name="Picture 3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737360"/>
            <a:ext cx="402145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Cities, districts &amp; the state</a:t>
            </a:r>
          </a:p>
        </p:txBody>
      </p:sp>
      <p:pic>
        <p:nvPicPr>
          <p:cNvPr id="6" name="Picture 5" descr="gr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737360"/>
            <a:ext cx="48021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Every lot's lawn and need. Rebate outreach goes where the savings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Your lawn, your rebate, and a schedule that changes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59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56032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Schedules that follow the state guide across a district. Savings measured on 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Sprinklers managed for you. Moisture sensors skip the wet days.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27C00"/>
                </a:solidFill>
                <a:latin typeface="Nunito"/>
              </a:rPr>
              <a:t>PHASE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6032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Drone scans spot overwatering from the air, lot by lot.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Each sprinkler head waters only the patch that needs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Utah Water Savers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Rebates of $1.50–$3 per sq ft: Utah Water Savers Landscape Incentive Program (rates checked Oct 27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Our numbers: 12,791 lots, 319 acres of lawn; Greenspace r = 0.77, median ratio 0.97 (84102, 3,104 lots): RESULTS.md Runs 6–7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